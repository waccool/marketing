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>
      <a:defRPr sz="16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WAC Group">
    <a:wholeTbl>
      <a:tcTxStyle>
        <a:fontRef idx="minor">
          <a:prstClr val="black"/>
        </a:fontRef>
        <a:srgbClr val="0A0A0A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 cap="flat">
              <a:solidFill>
                <a:srgbClr val="D9D9D9"/>
              </a:solidFill>
            </a:ln>
          </a:top>
          <a:bottom>
            <a:ln w="6350" cap="flat">
              <a:solidFill>
                <a:srgbClr val="D9D9D9"/>
              </a:solidFill>
            </a:ln>
          </a:bottom>
          <a:insideH>
            <a:ln w="6350" cap="flat">
              <a:solidFill>
                <a:srgbClr val="D9D9D9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F5F5F5"/>
          </a:solidFill>
        </a:fill>
      </a:tcStyle>
    </a:band1H>
    <a:firstRow>
      <a:tcTxStyle b="on">
        <a:fontRef idx="minor">
          <a:prstClr val="black"/>
        </a:fontRef>
        <a:srgbClr val="FFFFFF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6350" cap="flat">
              <a:solidFill>
                <a:srgbClr val="0A0A0A"/>
              </a:solidFill>
            </a:ln>
          </a:bottom>
          <a:insideV>
            <a:ln>
              <a:noFill/>
            </a:ln>
          </a:insideV>
        </a:tcBdr>
        <a:fill>
          <a:solidFill>
            <a:srgbClr val="0A0A0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18.0</c:v>
                </c:pt>
                <c:pt idx="2">
                  <c:v>15.0</c:v>
                </c:pt>
                <c:pt idx="3">
                  <c:v>22.0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16.0</c:v>
                </c:pt>
                <c:pt idx="1">
                  <c:v>21.0</c:v>
                </c:pt>
                <c:pt idx="2">
                  <c:v>19.0</c:v>
                </c:pt>
                <c:pt idx="3">
                  <c:v>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-white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-black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-white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WAC Grou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097280"/>
            <a:ext cx="3200400" cy="3441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59380"/>
            <a:ext cx="10363200" cy="1485900"/>
          </a:xfrm>
          <a:prstGeom prst="rect">
            <a:avLst/>
          </a:prstGeom>
        </p:spPr>
        <p:txBody>
          <a:bodyPr lIns="0" rIns="0" anchor="ctr"/>
          <a:lstStyle>
            <a:lvl1pPr algn="ctr">
              <a:buNone/>
              <a:defRPr sz="4000" b="1" cap="all" spc="200" kern="12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73880"/>
            <a:ext cx="8534400" cy="800100"/>
          </a:xfrm>
          <a:prstGeom prst="rect">
            <a:avLst/>
          </a:prstGeom>
        </p:spPr>
        <p:txBody>
          <a:bodyPr lIns="0" rIns="0" anchor="t"/>
          <a:lstStyle>
            <a:lvl1pPr algn="ctr" marL="0" indent="0">
              <a:buNone/>
              <a:defRPr sz="1600" spc="80" kern="1200">
                <a:solidFill>
                  <a:srgbClr val="BFBFBF"/>
                </a:solidFill>
                <a:latin typeface="+mn-lt"/>
              </a:defRPr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9" name="Site"/>
          <p:cNvSpPr txBox="1"/>
          <p:nvPr/>
        </p:nvSpPr>
        <p:spPr>
          <a:xfrm>
            <a:off x="914400" y="6217920"/>
            <a:ext cx="10363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900" spc="400">
                <a:solidFill>
                  <a:srgbClr val="A6A6A6"/>
                </a:solidFill>
                <a:latin typeface="+mn-lt"/>
              </a:rPr>
              <a:t>WACGROUP.COM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457700"/>
          </a:xfrm>
          <a:prstGeom prst="rect">
            <a:avLst/>
          </a:prstGeom>
        </p:spPr>
        <p:txBody>
          <a:bodyPr lIns="0" rIns="0"/>
          <a:lstStyle/>
          <a:p>
            <a:r>
              <a:rPr lang="en-US"/>
              <a:t>Click to edit body 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5394960" cy="4457700"/>
          </a:xfrm>
          <a:prstGeom prst="rect">
            <a:avLst/>
          </a:prstGeom>
        </p:spPr>
        <p:txBody>
          <a:bodyPr lIns="0" rIns="0"/>
          <a:lstStyle>
            <a:lvl1pPr algn="l" marL="0" indent="0">
              <a:buNone/>
              <a:defRPr sz="1600" kern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left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6248400" y="1600200"/>
            <a:ext cx="5394960" cy="4457700"/>
          </a:xfrm>
          <a:prstGeom prst="rect">
            <a:avLst/>
          </a:prstGeom>
        </p:spPr>
        <p:txBody>
          <a:bodyPr lIns="0" rIns="0"/>
          <a:lstStyle>
            <a:lvl1pPr algn="l" marL="0" indent="0">
              <a:buNone/>
              <a:defRPr sz="1600" kern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right content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showMasterSp="0">
  <p:cSld name="Full Image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rIns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lIns="0" rIns="0"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8640" y="1257300"/>
            <a:ext cx="5394960" cy="1485900"/>
          </a:xfrm>
          <a:prstGeom prst="rect">
            <a:avLst/>
          </a:prstGeom>
        </p:spPr>
        <p:txBody>
          <a:bodyPr lIns="0" rIns="0" anchor="b"/>
          <a:lstStyle>
            <a:lvl1pPr>
              <a:defRPr sz="2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48640" y="2971800"/>
            <a:ext cx="5394960" cy="2971800"/>
          </a:xfrm>
          <a:prstGeom prst="rect">
            <a:avLst/>
          </a:prstGeom>
        </p:spPr>
        <p:txBody>
          <a:bodyPr lIns="0" rIns="0"/>
          <a:lstStyle>
            <a:lvl1pPr algn="l" marL="0" indent="0">
              <a:buNone/>
              <a:defRPr sz="1400" kern="1200">
                <a:solidFill>
                  <a:srgbClr val="595959"/>
                </a:solidFill>
                <a:latin typeface="+mn-lt"/>
              </a:defRPr>
            </a:lvl1pPr>
          </a:lstStyle>
          <a:p>
            <a:r>
              <a:rPr lang="en-US"/>
              <a:t>Click to edit caption</a:t>
            </a:r>
          </a:p>
        </p:txBody>
      </p:sp>
      <p:pic>
        <p:nvPicPr>
          <p:cNvPr id="8" name="WAC Grou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50900"/>
            <a:ext cx="1234440" cy="1327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48640" y="1600200"/>
            <a:ext cx="11094720" cy="4114800"/>
          </a:xfrm>
          <a:prstGeom prst="rect">
            <a:avLst/>
          </a:prstGeom>
        </p:spPr>
        <p:txBody>
          <a:bodyPr lIns="0" rIns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WAC Grou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400300" cy="2581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86200"/>
            <a:ext cx="11094720" cy="1714500"/>
          </a:xfrm>
          <a:prstGeom prst="rect">
            <a:avLst/>
          </a:prstGeom>
        </p:spPr>
        <p:txBody>
          <a:bodyPr lIns="0" rIns="0" anchor="b"/>
          <a:lstStyle>
            <a:lvl1pPr algn="l">
              <a:buNone/>
              <a:defRPr sz="4000" b="1" cap="all" spc="160" kern="12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body" idx="1"/>
          </p:nvPr>
        </p:nvSpPr>
        <p:spPr>
          <a:xfrm>
            <a:off x="548640" y="5715000"/>
            <a:ext cx="11094720" cy="571500"/>
          </a:xfrm>
          <a:prstGeom prst="rect">
            <a:avLst/>
          </a:prstGeom>
        </p:spPr>
        <p:txBody>
          <a:bodyPr lIns="0" rIns="0" anchor="t"/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subtitle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457700"/>
          </a:xfrm>
          <a:prstGeom prst="rect">
            <a:avLst/>
          </a:prstGeom>
        </p:spPr>
        <p:txBody>
          <a:bodyPr lIns="0" rIns="0"/>
          <a:lstStyle/>
          <a:p>
            <a:r>
              <a:rPr lang="en-US"/>
              <a:t>Click to edit body 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 1"/>
          <p:cNvSpPr>
            <a:spLocks noGrp="1"/>
          </p:cNvSpPr>
          <p:nvPr>
            <p:ph type="body" idx="1"/>
          </p:nvPr>
        </p:nvSpPr>
        <p:spPr>
          <a:xfrm>
            <a:off x="1219200" y="2114550"/>
            <a:ext cx="9753600" cy="2286000"/>
          </a:xfrm>
          <a:prstGeom prst="rect">
            <a:avLst/>
          </a:prstGeom>
        </p:spPr>
        <p:txBody>
          <a:bodyPr lIns="0" rIns="0" anchor="ctr"/>
          <a:lstStyle>
            <a:lvl1pPr algn="ctr" marL="0" indent="0">
              <a:buNone/>
              <a:defRPr sz="3200" i="1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4" name="Attribution 2"/>
          <p:cNvSpPr>
            <a:spLocks noGrp="1"/>
          </p:cNvSpPr>
          <p:nvPr>
            <p:ph type="body" idx="2"/>
          </p:nvPr>
        </p:nvSpPr>
        <p:spPr>
          <a:xfrm>
            <a:off x="6705600" y="4629150"/>
            <a:ext cx="4267200" cy="571500"/>
          </a:xfrm>
          <a:prstGeom prst="rect">
            <a:avLst/>
          </a:prstGeom>
        </p:spPr>
        <p:txBody>
          <a:bodyPr lIns="0" rIns="0"/>
          <a:lstStyle>
            <a:lvl1pPr algn="r" marL="0" indent="0">
              <a:buNone/>
              <a:defRPr sz="1600"/>
            </a:lvl1pPr>
          </a:lstStyle>
          <a:p>
            <a:r>
              <a:rPr lang="en-US"/>
              <a:t>Click to edit attribution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457700"/>
          </a:xfrm>
          <a:prstGeom prst="rect">
            <a:avLst/>
          </a:prstGeom>
        </p:spPr>
        <p:txBody>
          <a:bodyPr lIns="0" rIns="0"/>
          <a:lstStyle/>
          <a:p>
            <a:r>
              <a:rPr lang="en-US"/>
              <a:t>Click to edit body 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457700"/>
          </a:xfrm>
          <a:prstGeom prst="rect">
            <a:avLst/>
          </a:prstGeom>
        </p:spPr>
        <p:txBody>
          <a:bodyPr lIns="0" rIns="0"/>
          <a:lstStyle/>
          <a:p>
            <a:r>
              <a:rPr lang="en-US"/>
              <a:t>Click to edit body 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ce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457700"/>
          </a:xfrm>
          <a:prstGeom prst="rect">
            <a:avLst/>
          </a:prstGeom>
        </p:spPr>
        <p:txBody>
          <a:bodyPr lIns="0" rIns="0"/>
          <a:lstStyle/>
          <a:p>
            <a:r>
              <a:rPr lang="en-US"/>
              <a:t>Click to edit body 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de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pic" idx="1"/>
          </p:nvPr>
        </p:nvSpPr>
        <p:spPr>
          <a:xfrm>
            <a:off x="1828800" y="1600200"/>
            <a:ext cx="8534400" cy="4800600"/>
          </a:xfrm>
          <a:prstGeom prst="rect">
            <a:avLst/>
          </a:prstGeom>
        </p:spPr>
        <p:txBody>
          <a:bodyPr lIns="0" rIns="0"/>
          <a:lstStyle/>
          <a:p>
            <a:r>
              <a:rPr lang="en-US"/>
              <a:t>Click to add media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Content and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5394960" cy="4457700"/>
          </a:xfrm>
          <a:prstGeom prst="rect">
            <a:avLst/>
          </a:prstGeom>
        </p:spPr>
        <p:txBody>
          <a:bodyPr lIns="0" rIns="0"/>
          <a:lstStyle>
            <a:lvl1pPr algn="l" marL="0" indent="0">
              <a:buNone/>
              <a:defRPr sz="1600" kern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left content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>
          <a:xfrm>
            <a:off x="6248400" y="1600200"/>
            <a:ext cx="5394960" cy="4457700"/>
          </a:xfrm>
          <a:prstGeom prst="rect">
            <a:avLst/>
          </a:prstGeom>
        </p:spPr>
        <p:txBody>
          <a:bodyPr lIns="0" rIns="0"/>
          <a:lstStyle>
            <a:lvl1pPr algn="l" marL="0" indent="0">
              <a:buNone/>
              <a:defRPr sz="1600" kern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image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logo-black.png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4720" cy="800100"/>
          </a:xfrm>
          <a:prstGeom prst="rect">
            <a:avLst/>
          </a:prstGeom>
        </p:spPr>
        <p:txBody>
          <a:bodyPr lIns="0" r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457700"/>
          </a:xfrm>
          <a:prstGeom prst="rect">
            <a:avLst/>
          </a:prstGeom>
        </p:spPr>
        <p:txBody>
          <a:bodyPr lIns="0" rIns="0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25200" y="6480175"/>
            <a:ext cx="518160" cy="274320"/>
          </a:xfrm>
          <a:prstGeom prst="rect">
            <a:avLst/>
          </a:prstGeom>
        </p:spPr>
        <p:txBody>
          <a:bodyPr/>
          <a:lstStyle>
            <a:lvl1pPr algn="r">
              <a:buNone/>
              <a:defRPr sz="900" kern="1200">
                <a:solidFill>
                  <a:srgbClr val="7F7F7F"/>
                </a:solidFill>
                <a:latin typeface="+mn-lt"/>
              </a:defRPr>
            </a:lvl1pPr>
          </a:lstStyle>
          <a:p>
            <a:fld id="{B95F1C45-0F32-4A5B-8F47-3D9C7E2A11AB}" type="slidenum">
              <a:rPr lang="en-US"/>
              <a:t>1</a:t>
            </a:fld>
          </a:p>
        </p:txBody>
      </p:sp>
      <p:pic>
        <p:nvPicPr>
          <p:cNvPr id="9" name="WAC Group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50900"/>
            <a:ext cx="1234440" cy="1327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xStyles>
    <p:titleStyle>
      <a:lvl1pPr algn="l">
        <a:spcBef>
          <a:spcPct val="0"/>
        </a:spcBef>
        <a:buNone/>
        <a:defRPr sz="3000" b="1" cap="all" spc="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>
        <a:spcBef>
          <a:spcPts val="800"/>
        </a:spcBef>
        <a:spcAft>
          <a:spcPts val="0"/>
        </a:spcAft>
        <a:buClr>
          <a:srgbClr val="0A0A0A"/>
        </a:buClr>
        <a:buSzPct val="90000"/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>
        <a:spcBef>
          <a:spcPts val="800"/>
        </a:spcBef>
        <a:spcAft>
          <a:spcPts val="0"/>
        </a:spcAft>
        <a:buClr>
          <a:srgbClr val="595959"/>
        </a:buClr>
        <a:buSzPct val="90000"/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>
        <a:spcBef>
          <a:spcPts val="800"/>
        </a:spcBef>
        <a:spcAft>
          <a:spcPts val="0"/>
        </a:spcAft>
        <a:buClr>
          <a:srgbClr val="595959"/>
        </a:buClr>
        <a:buSzPct val="90000"/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  <a:lvl1pPr algn="l">
        <a:defRPr sz="1400" kern="12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WAC Group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 example slide per layout — replace or delete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t>Auto-numbered agenda items</a:t>
            </a:r>
          </a:p>
          <a:p>
            <a:pPr>
              <a:buAutoNum type="arabicPeriod"/>
            </a:pPr>
            <a:r>
              <a:t>Pulled from the deck builder</a:t>
            </a:r>
          </a:p>
          <a:p>
            <a:pPr>
              <a:buAutoNum type="arabicPeriod"/>
            </a:pPr>
            <a:r>
              <a:t>Up to eight per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 with this subtitle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lead paragraph and bullets now share this content area.</a:t>
            </a:r>
          </a:p>
          <a:p>
            <a:pPr/>
            <a:r>
              <a:t>First point</a:t>
            </a:r>
          </a:p>
          <a:p>
            <a:pPr/>
            <a:r>
              <a:t>Second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Title, Content and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Text on the left</a:t>
            </a:r>
          </a:p>
          <a:p>
            <a:pPr/>
            <a:r>
              <a:t>Image on the right</a:t>
            </a:r>
          </a:p>
        </p:txBody>
      </p:sp>
      <p:pic>
        <p:nvPicPr>
          <p:cNvPr id="4" name="Picture Placeholder 3" descr="i.pn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5962" r="15962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column copy.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Right column copy.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pic>
        <p:nvPicPr>
          <p:cNvPr id="3" name="Picture 2" descr="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250" r="26250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Caption text under the headline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Lighting is the jewelry of architecture.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— Example attribution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11094720" cy="44577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328416" cy="205054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Residential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1792" y="1600200"/>
            <a:ext cx="3328416" cy="205054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Commercial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14944" y="1600200"/>
            <a:ext cx="3328416" cy="205054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Hospitality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1792" y="4007358"/>
            <a:ext cx="3328416" cy="205054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Landscape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Pentagon 3"/>
          <p:cNvSpPr/>
          <p:nvPr/>
        </p:nvSpPr>
        <p:spPr>
          <a:xfrm>
            <a:off x="548640" y="3143250"/>
            <a:ext cx="2607259" cy="1371600"/>
          </a:xfrm>
          <a:prstGeom prst="homePlat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Specify</a:t>
            </a:r>
          </a:p>
        </p:txBody>
      </p:sp>
      <p:sp>
        <p:nvSpPr>
          <p:cNvPr id="5" name="Chevron 4"/>
          <p:cNvSpPr/>
          <p:nvPr/>
        </p:nvSpPr>
        <p:spPr>
          <a:xfrm>
            <a:off x="3377793" y="3143250"/>
            <a:ext cx="2607259" cy="1371600"/>
          </a:xfrm>
          <a:prstGeom prst="chevron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Order</a:t>
            </a:r>
          </a:p>
        </p:txBody>
      </p:sp>
      <p:sp>
        <p:nvSpPr>
          <p:cNvPr id="6" name="Chevron 5"/>
          <p:cNvSpPr/>
          <p:nvPr/>
        </p:nvSpPr>
        <p:spPr>
          <a:xfrm>
            <a:off x="6206946" y="3143250"/>
            <a:ext cx="2607259" cy="1371600"/>
          </a:xfrm>
          <a:prstGeom prst="chevron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Deliver</a:t>
            </a:r>
          </a:p>
        </p:txBody>
      </p:sp>
      <p:sp>
        <p:nvSpPr>
          <p:cNvPr id="7" name="Chevron 6"/>
          <p:cNvSpPr/>
          <p:nvPr/>
        </p:nvSpPr>
        <p:spPr>
          <a:xfrm>
            <a:off x="9036099" y="3143250"/>
            <a:ext cx="2607259" cy="1371600"/>
          </a:xfrm>
          <a:prstGeom prst="chevron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Install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pic>
        <p:nvPicPr>
          <p:cNvPr id="4" name="v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60020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630936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movie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"/>
          </p:nvPr>
        </p:nvGraphicFramePr>
        <p:xfrm>
          <a:off x="548640" y="1600200"/>
          <a:ext cx="110947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240"/>
                <a:gridCol w="3698240"/>
                <a:gridCol w="3698240"/>
              </a:tblGrid>
              <a:tr h="370840">
                <a:tc>
                  <a:txBody>
                    <a:bodyPr/>
                    <a:lstStyle/>
                    <a:p>
                      <a:r>
                        <a:t>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Lumens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WS-101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WS-202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AC Group">
  <a:themeElements>
    <a:clrScheme name="WAC Group">
      <a:dk1>
        <a:srgbClr val="0A0A0A"/>
      </a:dk1>
      <a:lt1>
        <a:srgbClr val="FFFFFF"/>
      </a:lt1>
      <a:dk2>
        <a:srgbClr val="1A1A1A"/>
      </a:dk2>
      <a:lt2>
        <a:srgbClr val="F2F2F2"/>
      </a:lt2>
      <a:accent1>
        <a:srgbClr val="111111"/>
      </a:accent1>
      <a:accent2>
        <a:srgbClr val="555555"/>
      </a:accent2>
      <a:accent3>
        <a:srgbClr val="999999"/>
      </a:accent3>
      <a:accent4>
        <a:srgbClr val="C8C8C8"/>
      </a:accent4>
      <a:accent5>
        <a:srgbClr val="2E2E2E"/>
      </a:accent5>
      <a:accent6>
        <a:srgbClr val="7F7F7F"/>
      </a:accent6>
      <a:hlink>
        <a:srgbClr val="111111"/>
      </a:hlink>
      <a:folHlink>
        <a:srgbClr val="555555"/>
      </a:folHlink>
    </a:clrScheme>
    <a:fontScheme name="WAC 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WAC Group Template Builder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 Group Presentation Template</dc:title>
  <dc:creator>WAC Group Marketing</dc:creator>
  <cp:lastModifiedBy>WAC Group Marketing</cp:lastModifiedBy>
  <dcterms:created xsi:type="dcterms:W3CDTF">2026-06-10T00:00:00Z</dcterms:created>
  <dcterms:modified xsi:type="dcterms:W3CDTF">2026-06-10T00:00:00Z</dcterms:modified>
</cp:coreProperties>
</file>