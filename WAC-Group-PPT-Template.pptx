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>
      <a:defRPr sz="1600" kern="1200">
        <a:solidFill>
          <a:schemeClr val="tx1"/>
        </a:solidFill>
        <a:latin typeface="+mn-lt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WAC Group">
    <a:wholeTbl>
      <a:tcTxStyle>
        <a:fontRef idx="minor">
          <a:prstClr val="black"/>
        </a:fontRef>
        <a:srgbClr val="0A0A0A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>
              <a:solidFill>
                <a:srgbClr val="D9D9D9"/>
              </a:solidFill>
            </a:ln>
          </a:top>
          <a:bottom>
            <a:ln w="6350" cap="flat">
              <a:solidFill>
                <a:srgbClr val="D9D9D9"/>
              </a:solidFill>
            </a:ln>
          </a:bottom>
          <a:insideH>
            <a:ln w="6350" cap="flat">
              <a:solidFill>
                <a:srgbClr val="D9D9D9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rgbClr val="F5F5F5"/>
          </a:solidFill>
        </a:fill>
      </a:tcStyle>
    </a:band1H>
    <a:firstRow>
      <a:tcTxStyle b="on">
        <a:fontRef idx="minor">
          <a:prstClr val="black"/>
        </a:fontRef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6350" cap="flat">
              <a:solidFill>
                <a:srgbClr val="0A0A0A"/>
              </a:solidFill>
            </a:ln>
          </a:bottom>
          <a:insideV>
            <a:ln>
              <a:noFill/>
            </a:ln>
          </a:insideV>
        </a:tcBdr>
        <a:fill>
          <a:solidFill>
            <a:srgbClr val="0A0A0A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blac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WAC Group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097280"/>
            <a:ext cx="3200400" cy="34414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59380"/>
            <a:ext cx="10363200" cy="1485900"/>
          </a:xfrm>
          <a:prstGeom prst="rect">
            <a:avLst/>
          </a:prstGeom>
        </p:spPr>
        <p:txBody>
          <a:bodyPr lIns="0" rIns="0" anchor="ctr"/>
          <a:lstStyle>
            <a:lvl1pPr algn="ctr">
              <a:buNone/>
              <a:defRPr sz="4000" b="1" cap="all" spc="200" kern="120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73880"/>
            <a:ext cx="8534400" cy="800100"/>
          </a:xfrm>
          <a:prstGeom prst="rect">
            <a:avLst/>
          </a:prstGeom>
        </p:spPr>
        <p:txBody>
          <a:bodyPr lIns="0" rIns="0" anchor="t"/>
          <a:lstStyle>
            <a:lvl1pPr algn="ctr" marL="0" indent="0">
              <a:buNone/>
              <a:defRPr sz="1600" spc="80" kern="1200">
                <a:solidFill>
                  <a:srgbClr val="BFBFBF"/>
                </a:solidFill>
                <a:latin typeface="+mn-lt"/>
              </a:defRPr>
            </a:lvl1pPr>
          </a:lstStyle>
          <a:p>
            <a:r>
              <a:rPr lang="en-US"/>
              <a:t>Click to edit subtitle</a:t>
            </a:r>
          </a:p>
        </p:txBody>
      </p:sp>
      <p:sp>
        <p:nvSpPr>
          <p:cNvPr id="9" name="Site"/>
          <p:cNvSpPr txBox="1"/>
          <p:nvPr/>
        </p:nvSpPr>
        <p:spPr>
          <a:xfrm>
            <a:off x="914400" y="6217920"/>
            <a:ext cx="10363200" cy="27432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en-US" sz="900" spc="400">
                <a:solidFill>
                  <a:srgbClr val="A6A6A6"/>
                </a:solidFill>
                <a:latin typeface="+mn-lt"/>
              </a:rPr>
              <a:t>WACGROUP.COM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457700"/>
          </a:xfrm>
          <a:prstGeom prst="rect">
            <a:avLst/>
          </a:prstGeom>
        </p:spPr>
        <p:txBody>
          <a:bodyPr lIns="0" rIns="0"/>
          <a:lstStyle/>
          <a:p>
            <a:r>
              <a:rPr lang="en-US"/>
              <a:t>Click to edit body 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5394960" cy="4457700"/>
          </a:xfrm>
          <a:prstGeom prst="rect">
            <a:avLst/>
          </a:prstGeom>
        </p:spPr>
        <p:txBody>
          <a:bodyPr lIns="0" rIns="0"/>
          <a:lstStyle>
            <a:lvl1pPr algn="l" marL="0" indent="0">
              <a:buNone/>
              <a:defRPr sz="1600" kern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left content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>
          <a:xfrm>
            <a:off x="6248400" y="1600200"/>
            <a:ext cx="5394960" cy="4457700"/>
          </a:xfrm>
          <a:prstGeom prst="rect">
            <a:avLst/>
          </a:prstGeom>
        </p:spPr>
        <p:txBody>
          <a:bodyPr lIns="0" rIns="0"/>
          <a:lstStyle>
            <a:lvl1pPr algn="l" marL="0" indent="0">
              <a:buNone/>
              <a:defRPr sz="1600" kern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right content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 showMasterSp="0">
  <p:cSld name="Full Image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0" rIns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>
          <a:xfrm>
            <a:off x="6400800" y="0"/>
            <a:ext cx="5791200" cy="6858000"/>
          </a:xfrm>
          <a:prstGeom prst="rect">
            <a:avLst/>
          </a:prstGeom>
        </p:spPr>
        <p:txBody>
          <a:bodyPr lIns="0" rIns="0"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48640" y="1257300"/>
            <a:ext cx="5394960" cy="1485900"/>
          </a:xfrm>
          <a:prstGeom prst="rect">
            <a:avLst/>
          </a:prstGeom>
        </p:spPr>
        <p:txBody>
          <a:bodyPr lIns="0" rIns="0" anchor="b"/>
          <a:lstStyle>
            <a:lvl1pPr>
              <a:defRPr sz="2800"/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48640" y="2971800"/>
            <a:ext cx="5394960" cy="2971800"/>
          </a:xfrm>
          <a:prstGeom prst="rect">
            <a:avLst/>
          </a:prstGeom>
        </p:spPr>
        <p:txBody>
          <a:bodyPr lIns="0" rIns="0"/>
          <a:lstStyle>
            <a:lvl1pPr algn="l" marL="0" indent="0">
              <a:buNone/>
              <a:defRPr sz="1400" kern="1200">
                <a:solidFill>
                  <a:srgbClr val="595959"/>
                </a:solidFill>
                <a:latin typeface="+mn-lt"/>
              </a:defRPr>
            </a:lvl1pPr>
          </a:lstStyle>
          <a:p>
            <a:r>
              <a:rPr lang="en-US"/>
              <a:t>Click to edit caption</a:t>
            </a:r>
          </a:p>
        </p:txBody>
      </p:sp>
      <p:pic>
        <p:nvPicPr>
          <p:cNvPr id="8" name="WAC Group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50900"/>
            <a:ext cx="1234440" cy="1327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548640" y="1600200"/>
            <a:ext cx="11094720" cy="4114800"/>
          </a:xfrm>
          <a:prstGeom prst="rect">
            <a:avLst/>
          </a:prstGeom>
        </p:spPr>
        <p:txBody>
          <a:bodyPr lIns="0" rIns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WAC Group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400300" cy="25811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86200"/>
            <a:ext cx="11094720" cy="1714500"/>
          </a:xfrm>
          <a:prstGeom prst="rect">
            <a:avLst/>
          </a:prstGeom>
        </p:spPr>
        <p:txBody>
          <a:bodyPr lIns="0" rIns="0" anchor="b"/>
          <a:lstStyle>
            <a:lvl1pPr algn="l">
              <a:buNone/>
              <a:defRPr sz="4000" b="1" cap="all" spc="160" kern="120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section title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body" idx="1"/>
          </p:nvPr>
        </p:nvSpPr>
        <p:spPr>
          <a:xfrm>
            <a:off x="548640" y="5715000"/>
            <a:ext cx="11094720" cy="571500"/>
          </a:xfrm>
          <a:prstGeom prst="rect">
            <a:avLst/>
          </a:prstGeom>
        </p:spPr>
        <p:txBody>
          <a:bodyPr lIns="0" rIns="0" anchor="t"/>
          <a:lstStyle>
            <a:lvl1pPr marL="0" indent="0">
              <a:buNone/>
              <a:defRPr sz="1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subtitle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457700"/>
          </a:xfrm>
          <a:prstGeom prst="rect">
            <a:avLst/>
          </a:prstGeom>
        </p:spPr>
        <p:txBody>
          <a:bodyPr lIns="0" rIns="0"/>
          <a:lstStyle/>
          <a:p>
            <a:r>
              <a:rPr lang="en-US"/>
              <a:t>Click to edit body text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Quote 1"/>
          <p:cNvSpPr>
            <a:spLocks noGrp="1"/>
          </p:cNvSpPr>
          <p:nvPr>
            <p:ph type="body" idx="1"/>
          </p:nvPr>
        </p:nvSpPr>
        <p:spPr>
          <a:xfrm>
            <a:off x="1219200" y="2114550"/>
            <a:ext cx="9753600" cy="2286000"/>
          </a:xfrm>
          <a:prstGeom prst="rect">
            <a:avLst/>
          </a:prstGeom>
        </p:spPr>
        <p:txBody>
          <a:bodyPr lIns="0" rIns="0" anchor="ctr"/>
          <a:lstStyle>
            <a:lvl1pPr algn="ctr" marL="0" indent="0">
              <a:buNone/>
              <a:defRPr sz="3200" i="1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4" name="Attribution 2"/>
          <p:cNvSpPr>
            <a:spLocks noGrp="1"/>
          </p:cNvSpPr>
          <p:nvPr>
            <p:ph type="body" idx="2"/>
          </p:nvPr>
        </p:nvSpPr>
        <p:spPr>
          <a:xfrm>
            <a:off x="6705600" y="4629150"/>
            <a:ext cx="4267200" cy="571500"/>
          </a:xfrm>
          <a:prstGeom prst="rect">
            <a:avLst/>
          </a:prstGeom>
        </p:spPr>
        <p:txBody>
          <a:bodyPr lIns="0" rIns="0"/>
          <a:lstStyle>
            <a:lvl1pPr algn="r" marL="0" indent="0">
              <a:buNone/>
              <a:defRPr sz="1600"/>
            </a:lvl1pPr>
          </a:lstStyle>
          <a:p>
            <a:r>
              <a:rPr lang="en-US"/>
              <a:t>Click to edit attribution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457700"/>
          </a:xfrm>
          <a:prstGeom prst="rect">
            <a:avLst/>
          </a:prstGeom>
        </p:spPr>
        <p:txBody>
          <a:bodyPr lIns="0" rIns="0"/>
          <a:lstStyle/>
          <a:p>
            <a:r>
              <a:rPr lang="en-US"/>
              <a:t>Click to edit body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457700"/>
          </a:xfrm>
          <a:prstGeom prst="rect">
            <a:avLst/>
          </a:prstGeom>
        </p:spPr>
        <p:txBody>
          <a:bodyPr lIns="0" rIns="0"/>
          <a:lstStyle/>
          <a:p>
            <a:r>
              <a:rPr lang="en-US"/>
              <a:t>Click to edit body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ces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457700"/>
          </a:xfrm>
          <a:prstGeom prst="rect">
            <a:avLst/>
          </a:prstGeom>
        </p:spPr>
        <p:txBody>
          <a:bodyPr lIns="0" rIns="0"/>
          <a:lstStyle/>
          <a:p>
            <a:r>
              <a:rPr lang="en-US"/>
              <a:t>Click to edit body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de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Media Placeholder 2"/>
          <p:cNvSpPr>
            <a:spLocks noGrp="1"/>
          </p:cNvSpPr>
          <p:nvPr>
            <p:ph type="pic" idx="1"/>
          </p:nvPr>
        </p:nvSpPr>
        <p:spPr>
          <a:xfrm>
            <a:off x="1828800" y="1600200"/>
            <a:ext cx="8534400" cy="4800600"/>
          </a:xfrm>
          <a:prstGeom prst="rect">
            <a:avLst/>
          </a:prstGeom>
        </p:spPr>
        <p:txBody>
          <a:bodyPr lIns="0" rIns="0"/>
          <a:lstStyle/>
          <a:p>
            <a:r>
              <a:rPr lang="en-US"/>
              <a:t>Click to add media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Content and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5394960" cy="4457700"/>
          </a:xfrm>
          <a:prstGeom prst="rect">
            <a:avLst/>
          </a:prstGeom>
        </p:spPr>
        <p:txBody>
          <a:bodyPr lIns="0" rIns="0"/>
          <a:lstStyle>
            <a:lvl1pPr algn="l" marL="0" indent="0">
              <a:buNone/>
              <a:defRPr sz="1600" kern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left content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2"/>
          </p:nvPr>
        </p:nvSpPr>
        <p:spPr>
          <a:xfrm>
            <a:off x="6248400" y="1600200"/>
            <a:ext cx="5394960" cy="4457700"/>
          </a:xfrm>
          <a:prstGeom prst="rect">
            <a:avLst/>
          </a:prstGeom>
        </p:spPr>
        <p:txBody>
          <a:bodyPr lIns="0" rIns="0"/>
          <a:lstStyle>
            <a:lvl1pPr algn="l" marL="0" indent="0">
              <a:buNone/>
              <a:defRPr sz="1600" kern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add image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logo-black.png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4720" cy="800100"/>
          </a:xfrm>
          <a:prstGeom prst="rect">
            <a:avLst/>
          </a:prstGeom>
        </p:spPr>
        <p:txBody>
          <a:bodyPr lIns="0" rIns="0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457700"/>
          </a:xfrm>
          <a:prstGeom prst="rect">
            <a:avLst/>
          </a:prstGeom>
        </p:spPr>
        <p:txBody>
          <a:bodyPr lIns="0" rIns="0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125200" y="6480175"/>
            <a:ext cx="518160" cy="274320"/>
          </a:xfrm>
          <a:prstGeom prst="rect">
            <a:avLst/>
          </a:prstGeom>
        </p:spPr>
        <p:txBody>
          <a:bodyPr/>
          <a:lstStyle>
            <a:lvl1pPr algn="r">
              <a:buNone/>
              <a:defRPr sz="900" kern="1200">
                <a:solidFill>
                  <a:srgbClr val="7F7F7F"/>
                </a:solidFill>
                <a:latin typeface="+mn-lt"/>
              </a:defRPr>
            </a:lvl1pPr>
          </a:lstStyle>
          <a:p>
            <a:fld id="{B95F1C45-0F32-4A5B-8F47-3D9C7E2A11AB}" type="slidenum">
              <a:rPr lang="en-US"/>
              <a:t>1</a:t>
            </a:fld>
          </a:p>
        </p:txBody>
      </p:sp>
      <p:pic>
        <p:nvPicPr>
          <p:cNvPr id="9" name="WAC Group 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50900"/>
            <a:ext cx="1234440" cy="13274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txStyles>
    <p:titleStyle>
      <a:lvl1pPr algn="l">
        <a:spcBef>
          <a:spcPct val="0"/>
        </a:spcBef>
        <a:buNone/>
        <a:defRPr sz="3000" b="1" cap="all" spc="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>
        <a:spcBef>
          <a:spcPts val="800"/>
        </a:spcBef>
        <a:spcAft>
          <a:spcPts val="0"/>
        </a:spcAft>
        <a:buClr>
          <a:srgbClr val="0A0A0A"/>
        </a:buClr>
        <a:buSzPct val="90000"/>
        <a:buFont typeface="Arial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>
        <a:spcBef>
          <a:spcPts val="800"/>
        </a:spcBef>
        <a:spcAft>
          <a:spcPts val="0"/>
        </a:spcAft>
        <a:buClr>
          <a:srgbClr val="595959"/>
        </a:buClr>
        <a:buSzPct val="90000"/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>
        <a:spcBef>
          <a:spcPts val="800"/>
        </a:spcBef>
        <a:spcAft>
          <a:spcPts val="0"/>
        </a:spcAft>
        <a:buClr>
          <a:srgbClr val="595959"/>
        </a:buClr>
        <a:buSzPct val="90000"/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</p:bodyStyle>
    <p:otherStyle>
      <a:defPPr>
        <a:defRPr lang="en-US"/>
      </a:defPPr>
      <a:lvl1pPr algn="l">
        <a:defRPr sz="1400" kern="12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Technology Illuminated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WAC Group Presentation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Vision. Four Brands.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Brands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WAC Lighting — innovative functional lighting engineered for performance and versatility</a:t>
            </a:r>
          </a:p>
          <a:p>
            <a:pPr/>
            <a:r>
              <a:t>WAC Architectural — purpose-built lighting systems for architectural performance</a:t>
            </a:r>
          </a:p>
          <a:p>
            <a:pPr/>
            <a:r>
              <a:t>Modern Forms — sleek luminaires and smart fans with integrated LED technology</a:t>
            </a:r>
          </a:p>
          <a:p>
            <a:pPr/>
            <a:r>
              <a:t>Schonbek — luxury chandeliers crafted from crystal and stone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 &amp; Residential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Complete commercial lighting combining beauty, performance, and real-world support from specification to installation.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Sophisticated lighting for inspired living — decorative fixtures and smart fans that blend timeless design with intuitive technology.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"/>
          </p:nvPr>
        </p:nvSpPr>
        <p:spPr/>
      </p:sp>
      <p:pic>
        <p:nvPicPr>
          <p:cNvPr id="3" name="Picture 2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demo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6250" r="26250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Sustainability at Scale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Our zero-emission, carbon-neutral factories set a new standard for responsible manufacturing.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Brand Overview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"/>
          </p:nvPr>
        </p:nvGraphicFramePr>
        <p:xfrm>
          <a:off x="548640" y="1600200"/>
          <a:ext cx="1109472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240"/>
                <a:gridCol w="3698240"/>
                <a:gridCol w="3698240"/>
              </a:tblGrid>
              <a:tr h="370840">
                <a:tc>
                  <a:txBody>
                    <a:bodyPr/>
                    <a:lstStyle/>
                    <a:p>
                      <a:r>
                        <a:t>Brand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Focus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WAC Lighting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Commercial + Residential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Functional lighting systems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WAC Architectural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Architectural lighting systems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Modern Forms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Residential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Smart fans and luminaires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Schonbek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Luxury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Crystal chandeliers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AC Group">
  <a:themeElements>
    <a:clrScheme name="WAC Group">
      <a:dk1>
        <a:srgbClr val="0A0A0A"/>
      </a:dk1>
      <a:lt1>
        <a:srgbClr val="FFFFFF"/>
      </a:lt1>
      <a:dk2>
        <a:srgbClr val="1A1A1A"/>
      </a:dk2>
      <a:lt2>
        <a:srgbClr val="F2F2F2"/>
      </a:lt2>
      <a:accent1>
        <a:srgbClr val="111111"/>
      </a:accent1>
      <a:accent2>
        <a:srgbClr val="555555"/>
      </a:accent2>
      <a:accent3>
        <a:srgbClr val="999999"/>
      </a:accent3>
      <a:accent4>
        <a:srgbClr val="C8C8C8"/>
      </a:accent4>
      <a:accent5>
        <a:srgbClr val="2E2E2E"/>
      </a:accent5>
      <a:accent6>
        <a:srgbClr val="7F7F7F"/>
      </a:accent6>
      <a:hlink>
        <a:srgbClr val="111111"/>
      </a:hlink>
      <a:folHlink>
        <a:srgbClr val="555555"/>
      </a:folHlink>
    </a:clrScheme>
    <a:fontScheme name="WAC Group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>
            <a:shade val="8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WAC Group Template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WAC Group Presentation Template</dc:title>
  <dc:creator>WAC Group Marketing</dc:creator>
  <cp:lastModifiedBy>WAC Group Marketing</cp:lastModifiedBy>
  <dcterms:created xsi:type="dcterms:W3CDTF">2026-06-10T00:00:00Z</dcterms:created>
  <dcterms:modified xsi:type="dcterms:W3CDTF">2026-06-10T00:00:00Z</dcterms:modified>
</cp:coreProperties>
</file>